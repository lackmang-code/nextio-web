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61520" cy="914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0"/>
            <a:ext cx="365760" cy="685800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630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박스 수정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EB3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가이드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8D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Claude와 효과적으로 소통하기 위한 케이스별 표현법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B3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I/O  ·  2026-05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2D6B"/>
          </a:solidFill>
          <a:ln w="12700">
            <a:solidFill>
              <a:srgbClr val="1B2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박스 수정이 어려운가?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566160" cy="539496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3566160" cy="109728"/>
          </a:xfrm>
          <a:prstGeom prst="rect">
            <a:avLst/>
          </a:prstGeom>
          <a:solidFill>
            <a:srgbClr val="E86A6A"/>
          </a:solidFill>
          <a:ln w="12700">
            <a:solidFill>
              <a:srgbClr val="E86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확인 불가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80160" y="3017520"/>
            <a:ext cx="1920240" cy="0"/>
          </a:xfrm>
          <a:prstGeom prst="line">
            <a:avLst/>
          </a:prstGeom>
          <a:noFill/>
          <a:ln w="12700">
            <a:solidFill>
              <a:srgbClr val="C8D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5468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Claude는 코드만 보고 수정합니다.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화면을 직접 볼 수 없어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예측이 어렵습니다.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143000"/>
            <a:ext cx="3566160" cy="539496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143000"/>
            <a:ext cx="3566160" cy="109728"/>
          </a:xfrm>
          <a:prstGeom prst="rect">
            <a:avLst/>
          </a:prstGeom>
          <a:solidFill>
            <a:srgbClr val="E88A4A"/>
          </a:solidFill>
          <a:ln w="12700">
            <a:solidFill>
              <a:srgbClr val="E88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325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297680" y="23317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/ 모바일 차이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0" y="3017520"/>
            <a:ext cx="1920240" cy="0"/>
          </a:xfrm>
          <a:prstGeom prst="line">
            <a:avLst/>
          </a:prstGeom>
          <a:noFill/>
          <a:ln w="12700">
            <a:solidFill>
              <a:srgbClr val="C8D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315468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코드도 PC와 모바일에서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다르게 보입니다.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화면인지 명시가 핵심입니다.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8160" y="1143000"/>
            <a:ext cx="3566160" cy="539496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143000"/>
            <a:ext cx="3566160" cy="109728"/>
          </a:xfrm>
          <a:prstGeom prst="rect">
            <a:avLst/>
          </a:prstGeom>
          <a:solidFill>
            <a:srgbClr val="9B82C8"/>
          </a:solidFill>
          <a:ln w="12700">
            <a:solidFill>
              <a:srgbClr val="9B82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325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9B8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8138160" y="23317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추상적인 설명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961120" y="3017520"/>
            <a:ext cx="1920240" cy="0"/>
          </a:xfrm>
          <a:prstGeom prst="line">
            <a:avLst/>
          </a:prstGeom>
          <a:noFill/>
          <a:ln w="12700">
            <a:solidFill>
              <a:srgbClr val="C8D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315468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'이상해요', '작아요'는 해석의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여지가 많습니다.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구체적인 수치·위치 정보가 필요합니다.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효과적인 프롬프트의 5가지 요소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B3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5가지만 포함하면 첫 시도에 성공 확률이 크게 높아집니다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75488" cy="475488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종류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023360" y="1746504"/>
            <a:ext cx="228600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41732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/ PC / 태블릿 중 어느 화면의 문제인지 명시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86584"/>
            <a:ext cx="475488" cy="475488"/>
          </a:xfrm>
          <a:prstGeom prst="ellipse">
            <a:avLst/>
          </a:prstGeom>
          <a:solidFill>
            <a:srgbClr val="4CA86A"/>
          </a:solidFill>
          <a:ln w="12700">
            <a:solidFill>
              <a:srgbClr val="4CA8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29514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8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섹션·요소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023360" y="2624328"/>
            <a:ext cx="228600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29514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대표프로그램2, Step 박스, 헤더 등 정확한 위치 지정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264408"/>
            <a:ext cx="475488" cy="475488"/>
          </a:xfrm>
          <a:prstGeom prst="ellipse">
            <a:avLst/>
          </a:prstGeom>
          <a:solidFill>
            <a:srgbClr val="E88A4A"/>
          </a:solidFill>
          <a:ln w="12700">
            <a:solidFill>
              <a:srgbClr val="E88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64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17296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023360" y="3502152"/>
            <a:ext cx="228600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317296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어떻게 보이는지 — 크기, 위치, 정렬 등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4142232"/>
            <a:ext cx="475488" cy="475488"/>
          </a:xfrm>
          <a:prstGeom prst="ellipse">
            <a:avLst/>
          </a:prstGeom>
          <a:solidFill>
            <a:srgbClr val="9B82C8"/>
          </a:solidFill>
          <a:ln w="12700">
            <a:solidFill>
              <a:srgbClr val="9B82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405079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82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상태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023360" y="4379976"/>
            <a:ext cx="228600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405079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되길 원하는지 — 크게/작게, 가운데/오른쪽 등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" y="5020056"/>
            <a:ext cx="475488" cy="475488"/>
          </a:xfrm>
          <a:prstGeom prst="ellipse">
            <a:avLst/>
          </a:prstGeom>
          <a:solidFill>
            <a:srgbClr val="E86A6A"/>
          </a:solidFill>
          <a:ln w="12700">
            <a:solidFill>
              <a:srgbClr val="E86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020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492861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건드리면 안 되는 것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023360" y="5257800"/>
            <a:ext cx="228600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4928616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'PC 레이아웃 유지', '다른 섹션 변경 없이' 등 제약 조건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65760" y="6035040"/>
            <a:ext cx="11430000" cy="594360"/>
          </a:xfrm>
          <a:prstGeom prst="rect">
            <a:avLst/>
          </a:prstGeom>
          <a:solidFill>
            <a:srgbClr val="1E3A6E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035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EB3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예시: "모바일에서 대표프로그램2의 Step 박스 4개가 너무 작고 왼쪽으로 몰려있어요. 2×2 균일 그리드로 가운데 배치해 주세요. PC는 그대로 유지해 주세요."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2D6B"/>
          </a:solidFill>
          <a:ln w="12700">
            <a:solidFill>
              <a:srgbClr val="1B2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" cy="9601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9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크기 조정 (너무 크다 / 너무 작다)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크기를 조정할 때는 현재 어느 정도인지, 얼마나 바꾸고 싶은지를 구체적으로 표현하는 것이 중요합니다.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5303520" cy="25146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5303520" cy="411480"/>
          </a:xfrm>
          <a:prstGeom prst="rect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이런 프롬프트는 해석하기 어렵습니다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박스가 너무 작아요.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좀 더 크게 해주세요.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669280" cy="2514600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600200"/>
            <a:ext cx="5669280" cy="411480"/>
          </a:xfrm>
          <a:prstGeom prst="rect">
            <a:avLst/>
          </a:prstGeom>
          <a:solidFill>
            <a:srgbClr val="AADDBB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이렇게 표현하면 정확하게 수정됩니다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5440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모바일에서 대표프로그램2의 Step 박스 4개가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작아요. 안쪽 여백(패딩)을 더 주고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글씨도 14px 이상으로 키워주세요.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(PC 버전 크기의 약 80% 정도면 좋겠어요)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297680"/>
            <a:ext cx="11430000" cy="2331720"/>
          </a:xfrm>
          <a:prstGeom prst="rect">
            <a:avLst/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4297680"/>
            <a:ext cx="109728" cy="23317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343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47548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'너무 작다' → 박스 안 글자에 여백이 필요하면 padding 증가 / 박스 자체가 작으면 width·height 증가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기준점 제시가 큰 도움이 됩니다: 'PC 버전과 비슷하게', '손가락으로 탭하기 충분한 크기', '글씨 최소 14px'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수치를 모르면 '지금보다 1.5배 크게' 같은 상대적 표현도 OK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2D6B"/>
          </a:solidFill>
          <a:ln w="12700">
            <a:solidFill>
              <a:srgbClr val="1B2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" cy="960120"/>
          </a:xfrm>
          <a:prstGeom prst="rect">
            <a:avLst/>
          </a:prstGeom>
          <a:solidFill>
            <a:srgbClr val="4CA86A"/>
          </a:solidFill>
          <a:ln w="12700">
            <a:solidFill>
              <a:srgbClr val="4CA8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8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문제 (왼쪽 쏠림 / 가운데 / 오른쪽)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정렬은 '어디에 있는 요소가' '어느 방향으로' 쏠려있는지 명시하면 정확하게 수정할 수 있습니다.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5303520" cy="25146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5303520" cy="411480"/>
          </a:xfrm>
          <a:prstGeom prst="rect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이런 프롬프트는 해석하기 어렵습니다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왼쪽으로 몰려있어요.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가운데로 옮겨주세요.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669280" cy="2514600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600200"/>
            <a:ext cx="5669280" cy="411480"/>
          </a:xfrm>
          <a:prstGeom prst="rect">
            <a:avLst/>
          </a:prstGeom>
          <a:solidFill>
            <a:srgbClr val="AADDBB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이렇게 표현하면 정확하게 수정됩니다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5440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모바일에서 대표프로그램2의 Step 박스들이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 왼쪽에 몰려있어요.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가운데 기준으로 좌우 균형 있게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배치해 주세요. PC는 건드리지 말아주세요.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297680"/>
            <a:ext cx="11430000" cy="2331720"/>
          </a:xfrm>
          <a:prstGeom prst="rect">
            <a:avLst/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4297680"/>
            <a:ext cx="109728" cy="2331720"/>
          </a:xfrm>
          <a:prstGeom prst="rect">
            <a:avLst/>
          </a:prstGeom>
          <a:solidFill>
            <a:srgbClr val="4CA86A"/>
          </a:solidFill>
          <a:ln w="12700">
            <a:solidFill>
              <a:srgbClr val="4CA8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343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8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47548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'가운데 정렬'은 좌우 가운데인지, 상하 가운데인지 구분해 주세요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'좌우 가운데' → justify-content: center / '상하 가운데' → align-items: center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쏠림 기준도 중요: 화면 기준 왼쪽인지, 텍스트가 박스 안에서 왼쪽인지 구분해 주세요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2D6B"/>
          </a:solidFill>
          <a:ln w="12700">
            <a:solidFill>
              <a:srgbClr val="1B2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" cy="960120"/>
          </a:xfrm>
          <a:prstGeom prst="rect">
            <a:avLst/>
          </a:prstGeom>
          <a:solidFill>
            <a:srgbClr val="E88A4A"/>
          </a:solidFill>
          <a:ln w="12700">
            <a:solidFill>
              <a:srgbClr val="E88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 불균일 (박스마다 크기가 다르다)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박스마다 텍스트 길이가 달라 크기가 제각각인 경우입니다. 동일한 크기로 강제하고 싶을 때 사용하는 표현입니다.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5303520" cy="25146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5303520" cy="411480"/>
          </a:xfrm>
          <a:prstGeom prst="rect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이런 프롬프트는 해석하기 어렵습니다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크기가 제각각이에요.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통일해 주세요.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669280" cy="2514600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600200"/>
            <a:ext cx="5669280" cy="411480"/>
          </a:xfrm>
          <a:prstGeom prst="rect">
            <a:avLst/>
          </a:prstGeom>
          <a:solidFill>
            <a:srgbClr val="AADDBB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이렇게 표현하면 정확하게 수정됩니다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5440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모바일에서 Step 1~4 박스가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수에 따라 크기가 달라지고 있어요.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박스 모두 동일한 너비·높이로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통일해 주세요.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텍스트가 짧아도 박스 크기는 고정되어야 해요.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297680"/>
            <a:ext cx="11430000" cy="2331720"/>
          </a:xfrm>
          <a:prstGeom prst="rect">
            <a:avLst/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4297680"/>
            <a:ext cx="109728" cy="2331720"/>
          </a:xfrm>
          <a:prstGeom prst="rect">
            <a:avLst/>
          </a:prstGeom>
          <a:solidFill>
            <a:srgbClr val="E88A4A"/>
          </a:solidFill>
          <a:ln w="12700">
            <a:solidFill>
              <a:srgbClr val="E88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343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47548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'너비만 통일', '높이만 통일', '둘 다 통일' 중 원하는 것을 구분해 말씀해 주세요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grid(1fr 1fr) 배치를 요청하면 자동으로 균일해집니다 → '2×2 균일 그리드로 배치해주세요'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'텍스트가 넘치면 말줄임 처리' or '텍스트를 줄바꿈해서 박스 안에 맞추기' 중 선택도 알려주세요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2D6B"/>
          </a:solidFill>
          <a:ln w="12700">
            <a:solidFill>
              <a:srgbClr val="1B2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" cy="960120"/>
          </a:xfrm>
          <a:prstGeom prst="rect">
            <a:avLst/>
          </a:prstGeom>
          <a:solidFill>
            <a:srgbClr val="9B82C8"/>
          </a:solidFill>
          <a:ln w="12700">
            <a:solidFill>
              <a:srgbClr val="9B82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82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간격 문제 (너무 붙어있다 / 너무 떨어져있다)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 간 여백은 사용자 경험에 큰 영향을 줍니다. 내부 여백(padding)과 외부 간격(gap/margin)을 구분해 표현해 주세요.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5303520" cy="25146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5303520" cy="411480"/>
          </a:xfrm>
          <a:prstGeom prst="rect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이런 프롬프트는 해석하기 어렵습니다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박스들이 너무 붙어있어요.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 간격을 좀 줘요.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669280" cy="2514600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600200"/>
            <a:ext cx="5669280" cy="411480"/>
          </a:xfrm>
          <a:prstGeom prst="rect">
            <a:avLst/>
          </a:prstGeom>
          <a:solidFill>
            <a:srgbClr val="AADDBB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이렇게 표현하면 정확하게 수정됩니다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5440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모바일에서 Step 박스 4개 사이의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간격이 너무 좁아요.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박스 사이에 여백을 8~12px 정도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추가해 주세요.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(박스와 화면 가장자리 사이도 여유가 필요해요)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297680"/>
            <a:ext cx="11430000" cy="2331720"/>
          </a:xfrm>
          <a:prstGeom prst="rect">
            <a:avLst/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4297680"/>
            <a:ext cx="109728" cy="2331720"/>
          </a:xfrm>
          <a:prstGeom prst="rect">
            <a:avLst/>
          </a:prstGeom>
          <a:solidFill>
            <a:srgbClr val="9B82C8"/>
          </a:solidFill>
          <a:ln w="12700">
            <a:solidFill>
              <a:srgbClr val="9B82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343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82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47548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padding (내부 여백): 박스 안 글자에 숨통이 필요할 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gap / margin (박스 간 간격): 박스와 박스 사이를 벌릴 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'화면 가장자리와 박스 사이 여백'은 별도로 언급해 주세요 — 이건 padding이 아닌 container margin입니다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2D6B"/>
          </a:solidFill>
          <a:ln w="12700">
            <a:solidFill>
              <a:srgbClr val="1B2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" cy="960120"/>
          </a:xfrm>
          <a:prstGeom prst="rect">
            <a:avLst/>
          </a:prstGeom>
          <a:solidFill>
            <a:srgbClr val="E86A6A"/>
          </a:solidFill>
          <a:ln w="12700">
            <a:solidFill>
              <a:srgbClr val="E86A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모바일/PC 구분 (반드시 먼저 명시하기)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코드도 PC와 모바일에서 완전히 다르게 보입니다. 어느 화면의 문제인지 가장 먼저 말씀해 주세요.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5303520" cy="25146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5303520" cy="411480"/>
          </a:xfrm>
          <a:prstGeom prst="rect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이런 프롬프트는 해석하기 어렵습니다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레이아웃이 이상해요.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고쳐주세요.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669280" cy="2514600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600200"/>
            <a:ext cx="5669280" cy="411480"/>
          </a:xfrm>
          <a:prstGeom prst="rect">
            <a:avLst/>
          </a:prstGeom>
          <a:solidFill>
            <a:srgbClr val="AADDBB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이렇게 표현하면 정확하게 수정됩니다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5440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PC에서는 정상인데,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모바일(iPhone 기준 375px 폭)에서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박스 4개가 1줄로 나열되고 있어요.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2×2 그리드로 바꿔주세요.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레이아웃은 그대로 유지해 주세요.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297680"/>
            <a:ext cx="11430000" cy="2331720"/>
          </a:xfrm>
          <a:prstGeom prst="rect">
            <a:avLst/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4297680"/>
            <a:ext cx="109728" cy="2331720"/>
          </a:xfrm>
          <a:prstGeom prst="rect">
            <a:avLst/>
          </a:prstGeom>
          <a:solidFill>
            <a:srgbClr val="E86A6A"/>
          </a:solidFill>
          <a:ln w="12700">
            <a:solidFill>
              <a:srgbClr val="E86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343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47548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반드시 'PC에서 / 모바일에서' 를 먼저 명시해 주세요 — 수정 범위가 완전히 달라집니다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둘 다 문제라면: 'PC와 모바일 모두 수정' 명시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모바일 기준 폭: 375px (iPhone SE/13/14), 390px (iPhone Pro), 360px (Android 소형)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'PC는 건드리지 말고 모바일만' 조건이 핵심 — 이걸 빠뜨리면 PC 레이아웃이 바뀔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2D6B"/>
          </a:solidFill>
          <a:ln w="12700">
            <a:solidFill>
              <a:srgbClr val="1B2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" cy="9601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9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문제 (여러 문제를 한 번에 설명하기)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크기·정렬·간격이 동시에 잘못된 경우, 번호를 붙여 하나씩 설명하면 누락 없이 모두 수정됩니다.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5303520" cy="25146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5303520" cy="411480"/>
          </a:xfrm>
          <a:prstGeom prst="rect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이런 프롬프트는 해석하기 어렵습니다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모바일에서 Step 박스들이 전반적으로 다 이상해요.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고쳐주세요.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669280" cy="2514600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600200"/>
            <a:ext cx="5669280" cy="411480"/>
          </a:xfrm>
          <a:prstGeom prst="rect">
            <a:avLst/>
          </a:prstGeom>
          <a:solidFill>
            <a:srgbClr val="AADDBB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이렇게 표현하면 정확하게 수정됩니다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5440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모바일에서 Step 박스 4개에 문제가 있어요: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너무 작아서 텍스트가 잘려보여요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왼쪽으로 몰려있어요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박스마다 크기가 달라요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박스 사이 간격이 너무 좁아요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2×2 그리드, 균일 크기, 가운데 정렬로 수정.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PC 레이아웃은 건드리지 말아주세요.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297680"/>
            <a:ext cx="11430000" cy="2331720"/>
          </a:xfrm>
          <a:prstGeom prst="rect">
            <a:avLst/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4297680"/>
            <a:ext cx="109728" cy="23317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343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47548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여러 문제는 번호(①②③)로 구분해서 나열하면 빠짐없이 처리됩니다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마지막에 원하는 최종 상태를 한 문장으로 요약해 주세요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'PC 유지' 조건 등 제약 사항도 반드시 함께 명시해 주세요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D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중요도가 있다면 순서도 표시: '①이 가장 급해요' 등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2D6B"/>
          </a:solidFill>
          <a:ln w="12700">
            <a:solidFill>
              <a:srgbClr val="1B2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11247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비교: 애매한 표현 vs 명확한 표현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828800" cy="438912"/>
          </a:xfrm>
          <a:prstGeom prst="rect">
            <a:avLst/>
          </a:prstGeom>
          <a:solidFill>
            <a:srgbClr val="1B2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4114800" cy="438912"/>
          </a:xfrm>
          <a:prstGeom prst="rect">
            <a:avLst/>
          </a:prstGeom>
          <a:solidFill>
            <a:srgbClr val="CC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0515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애매한 표현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051560"/>
            <a:ext cx="5486400" cy="438912"/>
          </a:xfrm>
          <a:prstGeom prst="rect">
            <a:avLst/>
          </a:prstGeom>
          <a:solidFill>
            <a:srgbClr val="2266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05156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명확한 표현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1828800" cy="822960"/>
          </a:xfrm>
          <a:prstGeom prst="rect">
            <a:avLst/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361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86000" y="1536192"/>
            <a:ext cx="4114800" cy="82296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5361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박스가 작아요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1536192"/>
            <a:ext cx="5486400" cy="822960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53619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 패딩을 늘려서 Step 박스를 크게 해주세요. 글씨는 최소 14px 이상으로.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1828800" cy="822960"/>
          </a:xfrm>
          <a:prstGeom prst="rect">
            <a:avLst/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505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286000" y="2450592"/>
            <a:ext cx="4114800" cy="82296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24505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왼쪽으로 몰렸어요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2450592"/>
            <a:ext cx="5486400" cy="822960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45059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모바일에서 Step 박스 4개가 왼쪽으로 몰림 → 화면 가운데 기준 좌우 정렬로 바꿔주세요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364992"/>
            <a:ext cx="1828800" cy="822960"/>
          </a:xfrm>
          <a:prstGeom prst="rect">
            <a:avLst/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649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균일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286000" y="3364992"/>
            <a:ext cx="4114800" cy="82296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33649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박스가 제각각이에요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3364992"/>
            <a:ext cx="5486400" cy="822960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36499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박스의 너비·높이를 동일하게 고정해 주세요. 텍스트 길이에 따라 변하면 안 됩니다.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279392"/>
            <a:ext cx="1828800" cy="822960"/>
          </a:xfrm>
          <a:prstGeom prst="rect">
            <a:avLst/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2793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간격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286000" y="4279392"/>
            <a:ext cx="4114800" cy="82296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42793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붙어있어요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0" y="4279392"/>
            <a:ext cx="5486400" cy="822960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427939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박스 사이의 gap을 10px 추가해 주세요. 화면 가장자리 여백도 16px 주세요.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5193792"/>
            <a:ext cx="1828800" cy="822960"/>
          </a:xfrm>
          <a:prstGeom prst="rect">
            <a:avLst/>
          </a:prstGeom>
          <a:solidFill>
            <a:srgbClr val="EEF3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519379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2286000" y="5193792"/>
            <a:ext cx="4114800" cy="82296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0" y="51937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이상해요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83680" y="5193792"/>
            <a:ext cx="5486400" cy="822960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519379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66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모바일(375px)에서만 레이아웃이 깨져요. PC는 그대로 유지하고 모바일만 수정해 주세요.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요청 전 체크리스트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B3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내용을 포함해서 말씀해 주시면 첫 시도에 정확하게 수정됩니다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566160" cy="1554480"/>
          </a:xfrm>
          <a:prstGeom prst="rect">
            <a:avLst/>
          </a:prstGeom>
          <a:solidFill>
            <a:srgbClr val="0F1E38"/>
          </a:solidFill>
          <a:ln w="12700">
            <a:solidFill>
              <a:srgbClr val="5B9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3566160" cy="914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화면?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291840" cy="0"/>
          </a:xfrm>
          <a:prstGeom prst="line">
            <a:avLst/>
          </a:prstGeom>
          <a:noFill/>
          <a:ln w="12700">
            <a:solidFill>
              <a:srgbClr val="2A3F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860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/ PC / 둘 다 명시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1371600"/>
            <a:ext cx="3566160" cy="1554480"/>
          </a:xfrm>
          <a:prstGeom prst="rect">
            <a:avLst/>
          </a:prstGeom>
          <a:solidFill>
            <a:srgbClr val="0F1E38"/>
          </a:solidFill>
          <a:ln w="12700">
            <a:solidFill>
              <a:srgbClr val="4CA8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371600"/>
            <a:ext cx="3566160" cy="91440"/>
          </a:xfrm>
          <a:prstGeom prst="rect">
            <a:avLst/>
          </a:prstGeom>
          <a:solidFill>
            <a:srgbClr val="4CA86A"/>
          </a:solidFill>
          <a:ln w="12700">
            <a:solidFill>
              <a:srgbClr val="4CA8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554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8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요소?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43400" y="2194560"/>
            <a:ext cx="3291840" cy="0"/>
          </a:xfrm>
          <a:prstGeom prst="line">
            <a:avLst/>
          </a:prstGeom>
          <a:noFill/>
          <a:ln w="12700">
            <a:solidFill>
              <a:srgbClr val="2A3F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2860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섹션명·박스명·버튼명 정확하게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371600"/>
            <a:ext cx="3566160" cy="1554480"/>
          </a:xfrm>
          <a:prstGeom prst="rect">
            <a:avLst/>
          </a:prstGeom>
          <a:solidFill>
            <a:srgbClr val="0F1E38"/>
          </a:solidFill>
          <a:ln w="12700">
            <a:solidFill>
              <a:srgbClr val="E88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371600"/>
            <a:ext cx="3566160" cy="91440"/>
          </a:xfrm>
          <a:prstGeom prst="rect">
            <a:avLst/>
          </a:prstGeom>
          <a:solidFill>
            <a:srgbClr val="E88A4A"/>
          </a:solidFill>
          <a:ln w="12700">
            <a:solidFill>
              <a:srgbClr val="E88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1554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어때?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83880" y="2194560"/>
            <a:ext cx="3291840" cy="0"/>
          </a:xfrm>
          <a:prstGeom prst="line">
            <a:avLst/>
          </a:prstGeom>
          <a:noFill/>
          <a:ln w="12700">
            <a:solidFill>
              <a:srgbClr val="2A3F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22860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작다·왼쪽 쏠림·크기 제각각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3566160" cy="1554480"/>
          </a:xfrm>
          <a:prstGeom prst="rect">
            <a:avLst/>
          </a:prstGeom>
          <a:solidFill>
            <a:srgbClr val="0F1E38"/>
          </a:solidFill>
          <a:ln w="12700">
            <a:solidFill>
              <a:srgbClr val="9B82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00400"/>
            <a:ext cx="3566160" cy="91440"/>
          </a:xfrm>
          <a:prstGeom prst="rect">
            <a:avLst/>
          </a:prstGeom>
          <a:solidFill>
            <a:srgbClr val="9B82C8"/>
          </a:solidFill>
          <a:ln w="12700">
            <a:solidFill>
              <a:srgbClr val="9B82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83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82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원해?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" y="4023360"/>
            <a:ext cx="3291840" cy="0"/>
          </a:xfrm>
          <a:prstGeom prst="line">
            <a:avLst/>
          </a:prstGeom>
          <a:noFill/>
          <a:ln w="12700">
            <a:solidFill>
              <a:srgbClr val="2A3F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14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정렬·2×2 그리드·동일 크기·더 크게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06240" y="3200400"/>
            <a:ext cx="3566160" cy="1554480"/>
          </a:xfrm>
          <a:prstGeom prst="rect">
            <a:avLst/>
          </a:prstGeom>
          <a:solidFill>
            <a:srgbClr val="0F1E38"/>
          </a:solidFill>
          <a:ln w="12700">
            <a:solidFill>
              <a:srgbClr val="E86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06240" y="3200400"/>
            <a:ext cx="3566160" cy="91440"/>
          </a:xfrm>
          <a:prstGeom prst="rect">
            <a:avLst/>
          </a:prstGeom>
          <a:solidFill>
            <a:srgbClr val="E86A6A"/>
          </a:solidFill>
          <a:ln w="12700">
            <a:solidFill>
              <a:srgbClr val="E86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3383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A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건드리면 안 되는 것?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343400" y="4023360"/>
            <a:ext cx="3291840" cy="0"/>
          </a:xfrm>
          <a:prstGeom prst="line">
            <a:avLst/>
          </a:prstGeom>
          <a:noFill/>
          <a:ln w="12700">
            <a:solidFill>
              <a:srgbClr val="2A3F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4114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'PC 레이아웃 유지', '다른 섹션 변경 없이' 등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5029200"/>
            <a:ext cx="11430000" cy="1600200"/>
          </a:xfrm>
          <a:prstGeom prst="rect">
            <a:avLst/>
          </a:prstGeom>
          <a:solidFill>
            <a:srgbClr val="1E3A6E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5029200"/>
            <a:ext cx="109728" cy="16002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B3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예시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" y="5440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"모바일에서 대표프로그램2의 Step 박스 4개에 문제가 있어요.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너무 작고  ② 왼쪽으로 몰려있어요  ③ 박스마다 크기가 달라요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2×2 균일 그리드로 가운데 배치해 주세요. PC 레이아웃은 건드리지 말아주세요."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홈페이지 박스 수정 프롬프트 가이드</dc:title>
  <dc:subject>PptxGenJS Presentation</dc:subject>
  <dc:creator>PptxGenJS</dc:creator>
  <cp:lastModifiedBy>PptxGenJS</cp:lastModifiedBy>
  <cp:revision>1</cp:revision>
  <dcterms:created xsi:type="dcterms:W3CDTF">2026-05-19T23:37:37Z</dcterms:created>
  <dcterms:modified xsi:type="dcterms:W3CDTF">2026-05-19T23:37:37Z</dcterms:modified>
</cp:coreProperties>
</file>